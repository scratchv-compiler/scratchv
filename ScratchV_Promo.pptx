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ScratchV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Microsoft YaHei"/>
              </a:defRPr>
            </a:pPr>
            <a:r>
              <a:t>From ONNX to RISC-V Assembly — A Hands-On Compiler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Build your own AI model compiler from scratch in 12 weeks.</a:t>
            </a:r>
            <a:br/>
            <a:r>
              <a:t>No prior compiler experience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C97A"/>
                </a:solidFill>
                <a:latin typeface="Microsoft YaHei"/>
              </a:defRPr>
            </a:pPr>
            <a:r>
              <a:t>ONNX Model  →  Custom IR  →  Optimizer  →  RISC-V Assembly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What is ScratchV?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A minimal compiler that turns AI models into chip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🎯  The Big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Input: ONNX model (e.g., a neural network)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Output: RISC-V assembly (.s file) executable on QEMU or real hardware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Custom Intermediate Representation (3-address code)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6 built-in optimization passes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Pure Python — no LLVM/MLIR dependency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371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Microsoft YaHei"/>
              </a:defRPr>
            </a:pPr>
            <a:r>
              <a:t>🔬 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82880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Understand the full ML → silicon pipeline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No compiler black box — every line is yours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Ideal for teaching, research, and prototyping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AI chip / accelerator design exploration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Zero-to-one compiler construction 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303520"/>
            <a:ext cx="7863840" cy="64008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6B35"/>
                </a:solidFill>
                <a:latin typeface="Microsoft YaHei"/>
              </a:defRPr>
            </a:pPr>
            <a:r>
              <a:t>"You don't need to be a compiler expert to start. You just need curiosity and 8-10 hours per week."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12-Week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Structured milestones, weekly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651760" cy="22860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51760" cy="54864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A82F7"/>
                </a:solidFill>
                <a:latin typeface="Microsoft YaHei"/>
              </a:defRPr>
            </a:pPr>
            <a:r>
              <a:t>W1-2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Environment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RISC-V GCC + QEMU</a:t>
            </a:r>
            <a:br/>
            <a:r>
              <a:t>Baseline benchmarks</a:t>
            </a:r>
            <a:br/>
            <a:r>
              <a:t>ONNX format basics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2651760" cy="22860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265176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508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Microsoft YaHei"/>
              </a:defRPr>
            </a:pPr>
            <a:r>
              <a:t>W3-4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737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IR &amp; Parser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031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Custom 3-address IR</a:t>
            </a:r>
            <a:br/>
            <a:r>
              <a:t>ONNX parser (Add, Mul)</a:t>
            </a:r>
            <a:br/>
            <a:r>
              <a:t>IR text dump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651760" cy="22860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2651760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508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A"/>
                </a:solidFill>
                <a:latin typeface="Microsoft YaHei"/>
              </a:defRPr>
            </a:pPr>
            <a:r>
              <a:t>W5-6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737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Constant folding</a:t>
            </a:r>
            <a:br/>
            <a:r>
              <a:t>Dead code elimination</a:t>
            </a:r>
            <a:br/>
            <a:r>
              <a:t>More ops (ReLU, GELU, MatMul)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23360"/>
            <a:ext cx="2651760" cy="22860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23360"/>
            <a:ext cx="265176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1605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W7-8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Backend Part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7548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Instruction selection</a:t>
            </a:r>
            <a:br/>
            <a:r>
              <a:t>Naive reg allocation</a:t>
            </a:r>
            <a:br/>
            <a:r>
              <a:t>Basic block assembly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0" y="4023360"/>
            <a:ext cx="2651760" cy="22860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37560" y="4023360"/>
            <a:ext cx="2651760" cy="54864"/>
          </a:xfrm>
          <a:prstGeom prst="rect">
            <a:avLst/>
          </a:prstGeom>
          <a:solidFill>
            <a:srgbClr val="A2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41605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255FF"/>
                </a:solidFill>
                <a:latin typeface="Microsoft YaHei"/>
              </a:defRPr>
            </a:pPr>
            <a:r>
              <a:t>W9-10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Backend Part 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7548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Greedy reg alloc</a:t>
            </a:r>
            <a:br/>
            <a:r>
              <a:t>Loop support</a:t>
            </a:r>
            <a:br/>
            <a:r>
              <a:t>Benchmark validation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2651760" cy="22860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4023360"/>
            <a:ext cx="2651760" cy="54864"/>
          </a:xfrm>
          <a:prstGeom prst="rect">
            <a:avLst/>
          </a:prstGeom>
          <a:solidFill>
            <a:srgbClr val="FF4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1605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41B5"/>
                </a:solidFill>
                <a:latin typeface="Microsoft YaHei"/>
              </a:defRPr>
            </a:pPr>
            <a:r>
              <a:t>W11-12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Docs &amp; Polish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Design document</a:t>
            </a:r>
            <a:br/>
            <a:r>
              <a:t>User manual</a:t>
            </a:r>
            <a:br/>
            <a:r>
              <a:t>Final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Project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Modular design, 4 core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4864" cy="155448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A82F7"/>
                </a:solidFill>
                <a:latin typeface="Microsoft YaHei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ONNX Parser</a:t>
            </a:r>
            <a:br/>
            <a:r>
              <a:t>DSL 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CC"/>
                </a:solidFill>
                <a:latin typeface="Microsoft YaHei"/>
              </a:defRPr>
            </a:pPr>
            <a:r>
              <a:t>  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14600" y="1508760"/>
            <a:ext cx="54864" cy="1554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Microsoft YaHei"/>
              </a:defRPr>
            </a:pPr>
            <a:r>
              <a:t>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9202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3-Address Code</a:t>
            </a:r>
            <a:br/>
            <a:r>
              <a:t>Builder + Printer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CC"/>
                </a:solidFill>
                <a:latin typeface="Microsoft YaHei"/>
              </a:defRPr>
            </a:pPr>
            <a:r>
              <a:t>  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60" y="1508760"/>
            <a:ext cx="54864" cy="155448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C97A"/>
                </a:solidFill>
                <a:latin typeface="Microsoft YaHei"/>
              </a:defRPr>
            </a:pPr>
            <a:r>
              <a:t>Optimizer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19202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5 Passes:</a:t>
            </a:r>
            <a:br/>
            <a:r>
              <a:t>CF, DCE, Peephole</a:t>
            </a:r>
            <a:br/>
            <a:r>
              <a:t>LICM, MulAddFusion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CC"/>
                </a:solidFill>
                <a:latin typeface="Microsoft YaHei"/>
              </a:defRPr>
            </a:pPr>
            <a:r>
              <a:t>  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03720" y="1508760"/>
            <a:ext cx="54864" cy="1554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6B35"/>
                </a:solidFill>
                <a:latin typeface="Microsoft YaHei"/>
              </a:defRPr>
            </a:pPr>
            <a:r>
              <a:t>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92024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Instr Selection</a:t>
            </a:r>
            <a:br/>
            <a:r>
              <a:t>Reg Allocation</a:t>
            </a:r>
            <a:br/>
            <a:r>
              <a:t>Asm Emission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57600"/>
            <a:ext cx="8229600" cy="27432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749039"/>
            <a:ext cx="7863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2FF"/>
                </a:solidFill>
                <a:latin typeface="Consolas"/>
              </a:defRPr>
            </a:pPr>
            <a:r>
              <a:t>scratchv/</a:t>
            </a:r>
            <a:br/>
            <a:r>
              <a:t>├── ir/               # Core IR: types, builder, printer</a:t>
            </a:r>
            <a:br/>
            <a:r>
              <a:t>├── frontend/         # ONNX parser, DSL parser</a:t>
            </a:r>
            <a:br/>
            <a:r>
              <a:t>├── optimizer/        # 5 optimization passes</a:t>
            </a:r>
            <a:br/>
            <a:r>
              <a:t>├── backend/          # Instruction select, reg alloc, asm emit</a:t>
            </a:r>
            <a:br/>
            <a:r>
              <a:t>├── simulator/        # TinyFive adapter for verification</a:t>
            </a:r>
            <a:br/>
            <a:r>
              <a:t>├── main.py           # CLI entry point</a:t>
            </a:r>
            <a:br/>
            <a:r>
              <a:t>├── docs/             # Verification &amp; optimization guides</a:t>
            </a:r>
            <a:br/>
            <a:r>
              <a:t>└── tests/            # 37+ unit tests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Verification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Run your generated assembly and count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08760"/>
            <a:ext cx="54864" cy="155448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A82F7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Compile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scratchv model.onnx</a:t>
            </a:r>
            <a:br/>
            <a:r>
              <a:t>  --optimize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AAAC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1760" y="1508760"/>
            <a:ext cx="54864" cy="155448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A82F7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828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Simulate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194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TinyFive / QEMU</a:t>
            </a:r>
            <a:br/>
            <a:r>
              <a:t>Spike / Renode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AAAC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92040" y="1508760"/>
            <a:ext cx="54864" cy="155448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A82F7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828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Profile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194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Instruction counts</a:t>
            </a:r>
            <a:br/>
            <a:r>
              <a:t>Performance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AAAC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1463040"/>
            <a:ext cx="2011680" cy="16459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0" y="1508760"/>
            <a:ext cx="54864" cy="155448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A82F7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1828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Iterate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194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Tune passes</a:t>
            </a:r>
            <a:br/>
            <a:r>
              <a:t>Recompile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657600"/>
            <a:ext cx="8229600" cy="13716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Microsoft YaHei"/>
              </a:defRPr>
            </a:pPr>
            <a:r>
              <a:t>🔧  Supported Simulators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84048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DD"/>
                </a:solidFill>
                <a:latin typeface="Consolas"/>
              </a:defRPr>
            </a:pPr>
            <a:r>
              <a:t>TinyFive    Pure Python RV32IM simulator      pip install tinyfive</a:t>
            </a:r>
            <a:br/>
            <a:r>
              <a:t>Spike       RISC-V official ISA simulator      riscv-isa-sim</a:t>
            </a:r>
            <a:br/>
            <a:r>
              <a:t>QEMU        Industrial system emulator         apt install qemu-user</a:t>
            </a:r>
            <a:br/>
            <a:r>
              <a:t>Renode      Embedded system simulator          renode.io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8229600" cy="64008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492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C97A"/>
                </a:solidFill>
                <a:latin typeface="Microsoft YaHei"/>
              </a:defRPr>
            </a:pPr>
            <a:r>
              <a:t>💡  Measure optimization impact: compare instruction counts before vs. after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Optimization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6 beginner-friendly passes — implement one per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651760" cy="21031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" cy="210312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常量折叠</a:t>
            </a:r>
            <a:br/>
            <a:r>
              <a:t>Constant Folding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Compile-time constant</a:t>
            </a:r>
            <a:br/>
            <a:r>
              <a:t>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CC"/>
                </a:solidFill>
                <a:latin typeface="Microsoft YaHei"/>
              </a:defRPr>
            </a:pPr>
            <a:r>
              <a:t>Difficulty: 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2651760" cy="21031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54864" cy="210312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5087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死代码消除</a:t>
            </a:r>
            <a:br/>
            <a:r>
              <a:t>Dead Code Elim.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148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Remove unused</a:t>
            </a:r>
            <a:br/>
            <a:r>
              <a:t>instructions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CC"/>
                </a:solidFill>
                <a:latin typeface="Microsoft YaHei"/>
              </a:defRPr>
            </a:pPr>
            <a:r>
              <a:t>Difficulty: ⭐⭐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651760" cy="21031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54864" cy="210312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5087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Mul-Add Fusion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Combine mul+add</a:t>
            </a:r>
            <a:br/>
            <a:r>
              <a:t>to reduce regs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26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CC"/>
                </a:solidFill>
                <a:latin typeface="Microsoft YaHei"/>
              </a:defRPr>
            </a:pPr>
            <a:r>
              <a:t>Difficulty: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651760" cy="21031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54864" cy="210312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77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窥孔优化</a:t>
            </a:r>
            <a:br/>
            <a:r>
              <a:t>Peephole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17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Eliminate redundant</a:t>
            </a:r>
            <a:br/>
            <a:r>
              <a:t>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CC"/>
                </a:solidFill>
                <a:latin typeface="Microsoft YaHei"/>
              </a:defRPr>
            </a:pPr>
            <a:r>
              <a:t>Difficulty: 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0" y="3840480"/>
            <a:ext cx="2651760" cy="21031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37560" y="3840480"/>
            <a:ext cx="54864" cy="210312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0440" y="3977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循环不变代码外提</a:t>
            </a:r>
            <a:br/>
            <a:r>
              <a:t>LICM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4617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Hoist invariants</a:t>
            </a:r>
            <a:br/>
            <a:r>
              <a:t>out of loops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5394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CC"/>
                </a:solidFill>
                <a:latin typeface="Microsoft YaHei"/>
              </a:defRPr>
            </a:pPr>
            <a:r>
              <a:t>Difficulty: ⭐⭐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840480"/>
            <a:ext cx="2651760" cy="21031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840480"/>
            <a:ext cx="54864" cy="2103120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977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贪心寄存器分配</a:t>
            </a:r>
            <a:br/>
            <a:r>
              <a:t>Greedy Reg Alloc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617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LRU-based alloc</a:t>
            </a:r>
            <a:br/>
            <a:r>
              <a:t>reduce spilling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94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CC"/>
                </a:solidFill>
                <a:latin typeface="Microsoft YaHei"/>
              </a:defRPr>
            </a:pPr>
            <a:r>
              <a:t>Difficulty: ⭐⭐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Who Is This For?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No compiler expertise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965960" cy="25603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965960" cy="54864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6888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CS / EE undergrads</a:t>
            </a:r>
            <a:br/>
            <a:r>
              <a:t>Want to understand</a:t>
            </a:r>
            <a:br/>
            <a:r>
              <a:t>compilers &amp;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463040"/>
            <a:ext cx="1965960" cy="25603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463040"/>
            <a:ext cx="196596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6459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0312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Researchers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46888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AI chips / accelerators</a:t>
            </a:r>
            <a:br/>
            <a:r>
              <a:t>Need rapid prototyping</a:t>
            </a:r>
            <a:br/>
            <a:r>
              <a:t>Custom ISA exploration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463040"/>
            <a:ext cx="1965960" cy="25603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463040"/>
            <a:ext cx="1965960" cy="54864"/>
          </a:xfrm>
          <a:prstGeom prst="rect">
            <a:avLst/>
          </a:prstGeom>
          <a:solidFill>
            <a:srgbClr val="00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16459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t>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10312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Self-taught Devs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46888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Curious about "how code</a:t>
            </a:r>
            <a:br/>
            <a:r>
              <a:t>runs on silicon"</a:t>
            </a:r>
            <a:br/>
            <a:r>
              <a:t>Hands-on learners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79" y="1463040"/>
            <a:ext cx="1965960" cy="256032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79" y="1463040"/>
            <a:ext cx="196596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79" y="164592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t>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210312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Educators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39" y="246888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DD"/>
                </a:solidFill>
                <a:latin typeface="Microsoft YaHei"/>
              </a:defRPr>
            </a:pPr>
            <a:r>
              <a:t>Compiler design course</a:t>
            </a:r>
            <a:br/>
            <a:r>
              <a:t>Project-based teaching</a:t>
            </a:r>
            <a:br/>
            <a:r>
              <a:t>Open-source materials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89120"/>
            <a:ext cx="8229600" cy="18288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Microsoft YaHei"/>
              </a:defRPr>
            </a:pPr>
            <a:r>
              <a:t>📋  Prerequisites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4632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Basic Python or C programming (variables, loops, functions)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8-10 hours per week commitment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No compiler theory required — we teach it from the ground up</a:t>
            </a:r>
          </a:p>
          <a:p>
            <a:pPr>
              <a:spcAft>
                <a:spcPts val="600"/>
              </a:spcAft>
              <a:defRPr sz="1300">
                <a:solidFill>
                  <a:srgbClr val="CCCCDD"/>
                </a:solidFill>
                <a:latin typeface="Microsoft YaHei"/>
              </a:defRPr>
            </a:pPr>
            <a:r>
              <a:t>No RISC-V knowledge needed — you'll learn it in weeks 1-2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See It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From 3 lines of DSL to RISC-V assembly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931920" cy="27432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Microsoft YaHei"/>
              </a:defRPr>
            </a:pPr>
            <a:r>
              <a:t>📝  DSL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566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C97A"/>
                </a:solidFill>
                <a:latin typeface="Consolas"/>
              </a:defRPr>
            </a:pPr>
            <a:r>
              <a:t># ReLU activation</a:t>
            </a:r>
            <a:br/>
            <a:r>
              <a:t>t1 = add(input, bias)</a:t>
            </a:r>
            <a:br/>
            <a:r>
              <a:t>y = relu(t1)</a:t>
            </a:r>
            <a:br/>
            <a:r>
              <a:t>return y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371600"/>
            <a:ext cx="3931920" cy="274320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173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Microsoft YaHei"/>
              </a:defRPr>
            </a:pPr>
            <a:r>
              <a:t>⚙️  RISC-V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737360"/>
            <a:ext cx="3566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35"/>
                </a:solidFill>
                <a:latin typeface="Consolas"/>
              </a:defRPr>
            </a:pPr>
            <a:r>
              <a:t>.globl main</a:t>
            </a:r>
            <a:br/>
            <a:r>
              <a:t>main:</a:t>
            </a:r>
            <a:br/>
            <a:r>
              <a:t>  add t2, t0, t1</a:t>
            </a:r>
            <a:br/>
            <a:r>
              <a:t>  max t3, t2, x0</a:t>
            </a:r>
            <a:br/>
            <a:r>
              <a:t>  mv   a0, t3</a:t>
            </a:r>
            <a:br/>
            <a:r>
              <a:t>  ret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8229600" cy="109728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🔁  Pipeline: DSL → IR → Optimize → Assembly →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2FF"/>
                </a:solidFill>
                <a:latin typeface="Consolas"/>
              </a:defRPr>
            </a:pPr>
            <a:r>
              <a:t>$ scratchv examples/relu_test.dsl -o relu.s --optimize all</a:t>
            </a:r>
            <a:br/>
            <a:r>
              <a:t>$ python examples/verify_with_tinyfive.py examples/relu_test.dsl</a:t>
            </a:r>
            <a:br/>
            <a:r>
              <a:t>  Instructions before: 3    Instructions after: 3    Reduction: 0.0%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Get Involved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Microsoft YaHei"/>
              </a:defRPr>
            </a:pPr>
            <a:r>
              <a:t>Start building your compiler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3840480" cy="128016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384048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Read the 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32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onsolas"/>
              </a:defRPr>
            </a:pPr>
            <a:r>
              <a:t>docs/verification.md</a:t>
            </a:r>
            <a:br/>
            <a:r>
              <a:t>docs/optimization_guide.md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2926080"/>
            <a:ext cx="3840480" cy="128016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2926080"/>
            <a:ext cx="384048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3063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063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Explore the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832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onsolas"/>
              </a:defRPr>
            </a:pPr>
            <a:r>
              <a:t>github.com/scratchv</a:t>
            </a:r>
            <a:br/>
            <a:r>
              <a:t>(open source, MIT license)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480560"/>
            <a:ext cx="3840480" cy="128016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480560"/>
            <a:ext cx="384048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617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Quick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9377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onsolas"/>
              </a:defRPr>
            </a:pPr>
            <a:r>
              <a:t>git clone &amp;&amp; cd ScratchV</a:t>
            </a:r>
            <a:br/>
            <a:r>
              <a:t>python3 -m venv .venv &amp;&amp; source .venv/bin/activate</a:t>
            </a:r>
            <a:br/>
            <a:r>
              <a:t>pip install -e 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4480560"/>
            <a:ext cx="3840480" cy="1280160"/>
          </a:xfrm>
          <a:prstGeom prst="rect">
            <a:avLst/>
          </a:prstGeom>
          <a:solidFill>
            <a:srgbClr val="2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4480560"/>
            <a:ext cx="384048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4617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617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Run the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9377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onsolas"/>
              </a:defRPr>
            </a:pPr>
            <a:r>
              <a:t>pytest tests/ -v  # 37+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943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CC"/>
                </a:solidFill>
                <a:latin typeface="Microsoft YaHei"/>
              </a:defRPr>
            </a:pPr>
            <a:r>
              <a:t>You don't need to be great to start, but you need to start to be great.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3A8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